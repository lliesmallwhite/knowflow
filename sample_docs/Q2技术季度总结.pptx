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Q2 技术季度总结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汇报人：技术研发部 | 日期：2026-06-23</a:t>
            </a:r>
          </a:p>
          <a:p>
            <a:r>
              <a:t>KnowFlow — 企业级 RAG 知识库平台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里程碑达成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KnowFlow v2.0 发布 — 动态 RRF + 自适应分块</a:t>
            </a:r>
          </a:p>
          <a:p>
            <a:r>
              <a:t>混合检索延迟降低 62%（850ms -&gt; 320ms P50）</a:t>
            </a:r>
          </a:p>
          <a:p>
            <a:r>
              <a:t>RRF 融合准确率提升至 91%（+13pp）</a:t>
            </a:r>
          </a:p>
          <a:p>
            <a:r>
              <a:t>通过 ISO 27001 信息安全认证</a:t>
            </a:r>
          </a:p>
          <a:p>
            <a:r>
              <a:t>客户数突破 200 家，日活用户 &gt; 5000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动态 RRF 权重计算 — 基于查询语义自动调配向量/关键词权重</a:t>
            </a:r>
          </a:p>
          <a:p>
            <a:r>
              <a:t>  代码/ID 类查询 -&gt; 关键词权重 up</a:t>
            </a:r>
          </a:p>
          <a:p>
            <a:r>
              <a:t>  语义/概念类查询 -&gt; 向量权重 up</a:t>
            </a:r>
          </a:p>
          <a:p>
            <a:r>
              <a:t>三层自适应分块: Structural + Semantic + Fixed</a:t>
            </a:r>
          </a:p>
          <a:p>
            <a:r>
              <a:t>LLM 记忆压缩 — 32K 阈值触发，压缩率最高 90%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性能优化成果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Milvus 索引: IVF_FLAT -&gt; IVF_SQ8，内存节省 75%</a:t>
            </a:r>
          </a:p>
          <a:p>
            <a:r>
              <a:t>连接池 + 查询缓存，并发能力提升 3x</a:t>
            </a:r>
          </a:p>
          <a:p>
            <a:r>
              <a:t>Reranker: API 调用 -&gt; 本地模型，延迟降低 90%</a:t>
            </a:r>
          </a:p>
          <a:p>
            <a:r>
              <a:t>Celery 异步任务池，支持 20 个并发解析</a:t>
            </a:r>
          </a:p>
          <a:p>
            <a:r>
              <a:t>大文件分片上传，支持 500MB+ 文档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KnowFlow v2.1 — 目标 9 月底发布</a:t>
            </a:r>
          </a:p>
          <a:p>
            <a:r>
              <a:t>  多模态检索: 图片 OCR + 表格理解</a:t>
            </a:r>
          </a:p>
          <a:p>
            <a:r>
              <a:t>  联网搜索: Bing/Google Search API</a:t>
            </a:r>
          </a:p>
          <a:p>
            <a:r>
              <a:t>  Agent 模式: 多步推理 + 工具调用</a:t>
            </a:r>
          </a:p>
          <a:p>
            <a:r>
              <a:t>  权限体系: RBAC + 知识库级隔离</a:t>
            </a:r>
          </a:p>
          <a:p>
            <a:r>
              <a:t>性能目标: P50 &lt; 200ms, P99 &lt; 500ms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团队成长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Q2 加入 8 位新成员（4 后端 + 2 前端 + 1 算法 + 1 QA）</a:t>
            </a:r>
          </a:p>
          <a:p>
            <a:r>
              <a:t>技术分享 12 场（RRF 算法、Milvus 调优、LangGraph 实战...）</a:t>
            </a:r>
          </a:p>
          <a:p>
            <a:r>
              <a:t>开源贡献: 向 LangChain/Milvus 提交 5 个 PR</a:t>
            </a:r>
          </a:p>
          <a:p>
            <a:r>
              <a:t>团队飞书群活跃度 up 45%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